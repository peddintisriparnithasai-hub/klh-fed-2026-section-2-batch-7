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478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822960"/>
            <a:ext cx="822960" cy="54864"/>
          </a:xfrm>
          <a:prstGeom prst="rect">
            <a:avLst/>
          </a:prstGeom>
          <a:solidFill>
            <a:srgbClr val="2AA3B8"/>
          </a:solidFill>
          <a:ln w="12700">
            <a:solidFill>
              <a:srgbClr val="2AA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05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SECURITY SYSTEM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Combinational Logic Project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  |  Logisim Evolution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418656"/>
              </p:ext>
            </p:extLst>
          </p:nvPr>
        </p:nvGraphicFramePr>
        <p:xfrm>
          <a:off x="731520" y="4114800"/>
          <a:ext cx="5669280" cy="153790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Peddinti</a:t>
                      </a:r>
                      <a:r>
                        <a:rPr lang="en-US" sz="1500" dirty="0">
                          <a:latin typeface="Calibri" charset="0"/>
                          <a:ea typeface="Calibri" charset="0"/>
                          <a:cs typeface="Calibri" charset="0"/>
                        </a:rPr>
                        <a:t> Sri Parnitha Sai</a:t>
                      </a:r>
                    </a:p>
                  </a:txBody>
                  <a:tcPr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2620030312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Shanvika Reddy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2620030321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latin typeface="Calibri" charset="0"/>
                          <a:ea typeface="Calibri" charset="0"/>
                          <a:cs typeface="Calibri" charset="0"/>
                        </a:rPr>
                        <a:t>Yada Sai Priya</a:t>
                      </a:r>
                    </a:p>
                  </a:txBody>
                  <a:tcPr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2620030316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S2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128016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DDEBF8"/>
          </a:solidFill>
          <a:ln w="12700">
            <a:solidFill>
              <a:srgbClr val="9FB8D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SENSOR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228600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DDEBF8"/>
          </a:solidFill>
          <a:ln w="12700">
            <a:solidFill>
              <a:srgbClr val="9FB8D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SENSOR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29184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DDEBF8"/>
          </a:solidFill>
          <a:ln w="12700">
            <a:solidFill>
              <a:srgbClr val="9FB8D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SENSOR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083040" y="557784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E3F6EA"/>
          </a:solidFill>
          <a:ln w="12700">
            <a:solidFill>
              <a:srgbClr val="9FB8D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500" dirty="0"/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3DF9039C-13E2-D391-7345-13A6DF029164}"/>
              </a:ext>
            </a:extLst>
          </p:cNvPr>
          <p:cNvSpPr/>
          <p:nvPr/>
        </p:nvSpPr>
        <p:spPr>
          <a:xfrm>
            <a:off x="9723120" y="4362543"/>
            <a:ext cx="1737360" cy="968409"/>
          </a:xfrm>
          <a:prstGeom prst="flowChartAlternateProcess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</a:t>
            </a:r>
            <a:endParaRPr lang="en-IN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2AA3B8"/>
          </a:solidFill>
          <a:ln w="12700">
            <a:solidFill>
              <a:srgbClr val="2A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digital circuit that decides when an alarm should turn 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monitors four binary inputs: Door (D), Motion (M), Smoke (S) and Armed mode (A).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is 0 (inactive) or 1 (active).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ALARM becomes 1 when smoke is detected, or when an armed system detects a door opening or motion.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circuit is combinational: no memory, output depends only on current inputs.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1031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written alarm requirements into a Boolean expression.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the logic and implement it with minimum gates.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verify the circuit in Logisim Evolution against the truth table.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51206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DDEBF8"/>
          </a:solidFill>
          <a:ln w="12700">
            <a:solidFill>
              <a:srgbClr val="9FB8D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simulation, not a certified alarm system.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Logic Circuit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2AA3B8"/>
          </a:solidFill>
          <a:ln w="12700">
            <a:solidFill>
              <a:srgbClr val="2A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to Boolean expression to gate circuit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triggers the alarm regardless of armed mode.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or motion triggers it only when armed.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alarm stays off.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DDEBF8"/>
          </a:solidFill>
          <a:ln w="15875">
            <a:solidFill>
              <a:srgbClr val="2F6DB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= S + A(D + M)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= OR,  multiplication = AND.  Expanded: S + AD + AM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used: 2 x OR, 1 x AND</a:t>
            </a:r>
            <a:endParaRPr lang="en-US" sz="1500" dirty="0"/>
          </a:p>
        </p:txBody>
      </p:sp>
      <p:pic>
        <p:nvPicPr>
          <p:cNvPr id="11" name="Image 0" descr="Gate-level circuit diagram for the ala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6583680" cy="31272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029200" y="50474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OR1 = D OR M;  AND = A AND OR1;  OR2 = AND OR S  (output = ALARM)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 in Logisim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2AA3B8"/>
          </a:solidFill>
          <a:ln w="12700">
            <a:solidFill>
              <a:srgbClr val="2A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working of the circuit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2F6DB5"/>
          </a:solidFill>
          <a:ln>
            <a:solidFill>
              <a:srgbClr val="2F6DB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45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pins: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input pins labelled D, M, A, 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95728"/>
            <a:ext cx="502920" cy="502920"/>
          </a:xfrm>
          <a:prstGeom prst="ellipse">
            <a:avLst/>
          </a:prstGeom>
          <a:solidFill>
            <a:srgbClr val="2F6DB5"/>
          </a:solidFill>
          <a:ln>
            <a:solidFill>
              <a:srgbClr val="2F6DB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957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 gate: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 and M.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5536"/>
            <a:ext cx="502920" cy="502920"/>
          </a:xfrm>
          <a:prstGeom prst="ellipse">
            <a:avLst/>
          </a:prstGeom>
          <a:solidFill>
            <a:srgbClr val="2F6DB5"/>
          </a:solidFill>
          <a:ln>
            <a:solidFill>
              <a:srgbClr val="2F6DB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455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gate: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OR output and A.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95344"/>
            <a:ext cx="502920" cy="502920"/>
          </a:xfrm>
          <a:prstGeom prst="ellipse">
            <a:avLst/>
          </a:prstGeom>
          <a:solidFill>
            <a:srgbClr val="2F6DB5"/>
          </a:solidFill>
          <a:ln>
            <a:solidFill>
              <a:srgbClr val="2F6DB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8953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OR gate: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AND output and 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45152"/>
            <a:ext cx="502920" cy="502920"/>
          </a:xfrm>
          <a:prstGeom prst="ellipse">
            <a:avLst/>
          </a:prstGeom>
          <a:solidFill>
            <a:srgbClr val="2F6DB5"/>
          </a:solidFill>
          <a:ln>
            <a:solidFill>
              <a:srgbClr val="2F6DB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645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an output pin / LED named ALARM.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06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 each input between 0 and 1. Smoke alone turns the LED on; door or motion turns it on only when A = 1.</a:t>
            </a:r>
            <a:endParaRPr lang="en-US" sz="1300" dirty="0"/>
          </a:p>
        </p:txBody>
      </p:sp>
      <p:pic>
        <p:nvPicPr>
          <p:cNvPr id="18" name="Image 0" descr="Logisim circuit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828800"/>
            <a:ext cx="6583680" cy="312724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303520" y="50474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layout - replace with your Logisim screenshot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929130-6CFC-20B8-9F33-85DEA3215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10" y="293630"/>
            <a:ext cx="5221705" cy="2749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38C973-5A3A-6A4D-64C2-9C6350A43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701" y="361216"/>
            <a:ext cx="5164385" cy="2614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5144C6-A8DC-BF8E-8616-1E181FE87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56" y="3679923"/>
            <a:ext cx="5111960" cy="26727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F9F72D-9137-A59E-ED36-04162BFB9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095" y="3614553"/>
            <a:ext cx="5009595" cy="24894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A1809D-E091-4E90-20C9-14BC3EB38FC3}"/>
              </a:ext>
            </a:extLst>
          </p:cNvPr>
          <p:cNvSpPr txBox="1"/>
          <p:nvPr/>
        </p:nvSpPr>
        <p:spPr>
          <a:xfrm>
            <a:off x="529389" y="135994"/>
            <a:ext cx="2805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D and A are activated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BAF7DE-B865-1ED4-413B-BFF22859E02C}"/>
              </a:ext>
            </a:extLst>
          </p:cNvPr>
          <p:cNvSpPr txBox="1"/>
          <p:nvPr/>
        </p:nvSpPr>
        <p:spPr>
          <a:xfrm>
            <a:off x="5996575" y="135994"/>
            <a:ext cx="286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M and A are activated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B250DC-10F5-E4C2-2D87-12A2D66F15E6}"/>
              </a:ext>
            </a:extLst>
          </p:cNvPr>
          <p:cNvSpPr txBox="1"/>
          <p:nvPr/>
        </p:nvSpPr>
        <p:spPr>
          <a:xfrm>
            <a:off x="529389" y="3310591"/>
            <a:ext cx="270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 D A M are activated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E4A988-E39A-8CD1-FB07-CACF2D088932}"/>
              </a:ext>
            </a:extLst>
          </p:cNvPr>
          <p:cNvSpPr txBox="1"/>
          <p:nvPr/>
        </p:nvSpPr>
        <p:spPr>
          <a:xfrm>
            <a:off x="6048095" y="3201234"/>
            <a:ext cx="2953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when Smoke is detected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798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21"/>
            <a:ext cx="12188952" cy="109728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2AA3B8"/>
          </a:solidFill>
          <a:ln w="12700">
            <a:solidFill>
              <a:srgbClr val="2A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screenshots, input-output combinations and truth table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203728"/>
              </p:ext>
            </p:extLst>
          </p:nvPr>
        </p:nvGraphicFramePr>
        <p:xfrm>
          <a:off x="548640" y="1554480"/>
          <a:ext cx="4754880" cy="46634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554480"/>
            <a:ext cx="585216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9FB8D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5760720" y="1554480"/>
            <a:ext cx="5852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Logisim simulation screenshots here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Smoke only, Door armed, Door disarmed)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test cases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50292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D=1, A=0, S=0 gives ALARM=0 (door open but disarmed)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D=1, A=1, S=0 gives ALARM=1 (door open while armed)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S=1, A=0 gives ALARM=1 (smoke, even disarmed)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1CFE01-3957-2036-7137-226E93CD5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691" y="1531345"/>
            <a:ext cx="5982218" cy="3177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2AA3B8"/>
          </a:solidFill>
          <a:ln w="12700">
            <a:solidFill>
              <a:srgbClr val="2A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applications and possible improvements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4572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8600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Smart Home Security System with four binary inputs.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and simplified ALARM = S + A(D + M).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only two OR gates and one AND gate.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verified against all 16 truth-table rows in Logisim.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457200"/>
          </a:xfrm>
          <a:prstGeom prst="rect">
            <a:avLst/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228600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and office intrusion alarms.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Fire/smoke alert panels.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decision logic in access control and industrial safety interlocks.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228600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2-to-1 multiplexer to switch between basic and strict alarm policies.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decoder to drive separate status LEDs (safe, motion, door, alarm).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latch or timer so the alarm stays on until reset.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711</Words>
  <Application>Microsoft Office PowerPoint</Application>
  <PresentationFormat>Widescreen</PresentationFormat>
  <Paragraphs>176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parnitha369@outlook.com</cp:lastModifiedBy>
  <cp:revision>6</cp:revision>
  <dcterms:created xsi:type="dcterms:W3CDTF">2026-10-15T06:37:33Z</dcterms:created>
  <dcterms:modified xsi:type="dcterms:W3CDTF">2026-10-15T19:21:36Z</dcterms:modified>
</cp:coreProperties>
</file>